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4C688-7654-449E-A54B-18FBB1955B07}" v="219" dt="2026-05-01T09:25:15.075"/>
    <p1510:client id="{1B16DE0E-2C00-1DC6-B39F-7CD79BDD00F2}" v="1" dt="2026-05-01T08:21:56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1B16DE0E-2C00-1DC6-B39F-7CD79BDD00F2}"/>
    <pc:docChg chg="modSld">
      <pc:chgData name="Guest User" userId="" providerId="Windows Live" clId="Web-{1B16DE0E-2C00-1DC6-B39F-7CD79BDD00F2}" dt="2026-05-01T08:21:56.681" v="0" actId="1076"/>
      <pc:docMkLst>
        <pc:docMk/>
      </pc:docMkLst>
      <pc:sldChg chg="modSp">
        <pc:chgData name="Guest User" userId="" providerId="Windows Live" clId="Web-{1B16DE0E-2C00-1DC6-B39F-7CD79BDD00F2}" dt="2026-05-01T08:21:56.681" v="0" actId="1076"/>
        <pc:sldMkLst>
          <pc:docMk/>
          <pc:sldMk cId="0" sldId="263"/>
        </pc:sldMkLst>
        <pc:spChg chg="mod">
          <ac:chgData name="Guest User" userId="" providerId="Windows Live" clId="Web-{1B16DE0E-2C00-1DC6-B39F-7CD79BDD00F2}" dt="2026-05-01T08:21:56.681" v="0" actId="1076"/>
          <ac:spMkLst>
            <pc:docMk/>
            <pc:sldMk cId="0" sldId="263"/>
            <ac:spMk id="28" creationId="{00000000-0000-0000-0000-000000000000}"/>
          </ac:spMkLst>
        </pc:spChg>
      </pc:sldChg>
    </pc:docChg>
  </pc:docChgLst>
  <pc:docChgLst>
    <pc:chgData name="Guest User" providerId="Windows Live" clId="Web-{08B5BE43-ADA0-A885-1326-4C6117FCC248}"/>
    <pc:docChg chg="modSld">
      <pc:chgData name="Guest User" userId="" providerId="Windows Live" clId="Web-{08B5BE43-ADA0-A885-1326-4C6117FCC248}" dt="2026-05-01T07:55:59.253" v="2" actId="1076"/>
      <pc:docMkLst>
        <pc:docMk/>
      </pc:docMkLst>
      <pc:sldChg chg="modSp">
        <pc:chgData name="Guest User" userId="" providerId="Windows Live" clId="Web-{08B5BE43-ADA0-A885-1326-4C6117FCC248}" dt="2026-05-01T07:55:40.706" v="0" actId="1076"/>
        <pc:sldMkLst>
          <pc:docMk/>
          <pc:sldMk cId="0" sldId="259"/>
        </pc:sldMkLst>
        <pc:graphicFrameChg chg="mod">
          <ac:chgData name="Guest User" userId="" providerId="Windows Live" clId="Web-{08B5BE43-ADA0-A885-1326-4C6117FCC248}" dt="2026-05-01T07:55:40.706" v="0" actId="1076"/>
          <ac:graphicFrameMkLst>
            <pc:docMk/>
            <pc:sldMk cId="0" sldId="259"/>
            <ac:graphicFrameMk id="24" creationId="{00000000-0000-0000-0000-000000000000}"/>
          </ac:graphicFrameMkLst>
        </pc:graphicFrameChg>
      </pc:sldChg>
      <pc:sldChg chg="modSp">
        <pc:chgData name="Guest User" userId="" providerId="Windows Live" clId="Web-{08B5BE43-ADA0-A885-1326-4C6117FCC248}" dt="2026-05-01T07:55:59.253" v="2" actId="1076"/>
        <pc:sldMkLst>
          <pc:docMk/>
          <pc:sldMk cId="0" sldId="260"/>
        </pc:sldMkLst>
        <pc:graphicFrameChg chg="mod">
          <ac:chgData name="Guest User" userId="" providerId="Windows Live" clId="Web-{08B5BE43-ADA0-A885-1326-4C6117FCC248}" dt="2026-05-01T07:55:59.253" v="2" actId="1076"/>
          <ac:graphicFrameMkLst>
            <pc:docMk/>
            <pc:sldMk cId="0" sldId="260"/>
            <ac:graphicFrameMk id="28" creationId="{00000000-0000-0000-0000-000000000000}"/>
          </ac:graphicFrameMkLst>
        </pc:graphicFrameChg>
      </pc:sldChg>
    </pc:docChg>
  </pc:docChgLst>
  <pc:docChgLst>
    <pc:chgData name="vadlakonda rishikesh" userId="0d93b891d580505e" providerId="LiveId" clId="{1337C0B9-DE67-4252-8AEE-413B6AD6DE11}"/>
    <pc:docChg chg="undo custSel modSld">
      <pc:chgData name="vadlakonda rishikesh" userId="0d93b891d580505e" providerId="LiveId" clId="{1337C0B9-DE67-4252-8AEE-413B6AD6DE11}" dt="2026-05-01T09:25:15.075" v="218" actId="1036"/>
      <pc:docMkLst>
        <pc:docMk/>
      </pc:docMkLst>
      <pc:sldChg chg="addSp modSp mod">
        <pc:chgData name="vadlakonda rishikesh" userId="0d93b891d580505e" providerId="LiveId" clId="{1337C0B9-DE67-4252-8AEE-413B6AD6DE11}" dt="2026-05-01T08:19:13.792" v="136" actId="14100"/>
        <pc:sldMkLst>
          <pc:docMk/>
          <pc:sldMk cId="0" sldId="257"/>
        </pc:sldMkLst>
        <pc:spChg chg="mod">
          <ac:chgData name="vadlakonda rishikesh" userId="0d93b891d580505e" providerId="LiveId" clId="{1337C0B9-DE67-4252-8AEE-413B6AD6DE11}" dt="2026-05-01T08:19:07.297" v="135" actId="1076"/>
          <ac:spMkLst>
            <pc:docMk/>
            <pc:sldMk cId="0" sldId="257"/>
            <ac:spMk id="21" creationId="{00000000-0000-0000-0000-000000000000}"/>
          </ac:spMkLst>
        </pc:spChg>
        <pc:spChg chg="add mod">
          <ac:chgData name="vadlakonda rishikesh" userId="0d93b891d580505e" providerId="LiveId" clId="{1337C0B9-DE67-4252-8AEE-413B6AD6DE11}" dt="2026-05-01T08:19:13.792" v="136" actId="14100"/>
          <ac:spMkLst>
            <pc:docMk/>
            <pc:sldMk cId="0" sldId="257"/>
            <ac:spMk id="46" creationId="{3F217E6B-E686-AADD-8363-4AA72F88B0EF}"/>
          </ac:spMkLst>
        </pc:spChg>
      </pc:sldChg>
      <pc:sldChg chg="addSp delSp modSp mod">
        <pc:chgData name="vadlakonda rishikesh" userId="0d93b891d580505e" providerId="LiveId" clId="{1337C0B9-DE67-4252-8AEE-413B6AD6DE11}" dt="2026-05-01T08:00:14.640" v="4" actId="14100"/>
        <pc:sldMkLst>
          <pc:docMk/>
          <pc:sldMk cId="0" sldId="258"/>
        </pc:sldMkLst>
        <pc:graphicFrameChg chg="del">
          <ac:chgData name="vadlakonda rishikesh" userId="0d93b891d580505e" providerId="LiveId" clId="{1337C0B9-DE67-4252-8AEE-413B6AD6DE11}" dt="2026-05-01T07:59:46.081" v="0" actId="21"/>
          <ac:graphicFrameMkLst>
            <pc:docMk/>
            <pc:sldMk cId="0" sldId="258"/>
            <ac:graphicFrameMk id="29" creationId="{00000000-0000-0000-0000-000000000000}"/>
          </ac:graphicFrameMkLst>
        </pc:graphicFrameChg>
        <pc:picChg chg="add mod">
          <ac:chgData name="vadlakonda rishikesh" userId="0d93b891d580505e" providerId="LiveId" clId="{1337C0B9-DE67-4252-8AEE-413B6AD6DE11}" dt="2026-05-01T08:00:14.640" v="4" actId="14100"/>
          <ac:picMkLst>
            <pc:docMk/>
            <pc:sldMk cId="0" sldId="258"/>
            <ac:picMk id="32" creationId="{0BD9EC4B-BE29-D242-D2B6-9358B512CFC1}"/>
          </ac:picMkLst>
        </pc:picChg>
      </pc:sldChg>
      <pc:sldChg chg="addSp delSp modSp mod">
        <pc:chgData name="vadlakonda rishikesh" userId="0d93b891d580505e" providerId="LiveId" clId="{1337C0B9-DE67-4252-8AEE-413B6AD6DE11}" dt="2026-05-01T08:10:55.815" v="52" actId="14100"/>
        <pc:sldMkLst>
          <pc:docMk/>
          <pc:sldMk cId="0" sldId="259"/>
        </pc:sldMkLst>
        <pc:graphicFrameChg chg="del">
          <ac:chgData name="vadlakonda rishikesh" userId="0d93b891d580505e" providerId="LiveId" clId="{1337C0B9-DE67-4252-8AEE-413B6AD6DE11}" dt="2026-05-01T08:10:21.364" v="47" actId="21"/>
          <ac:graphicFrameMkLst>
            <pc:docMk/>
            <pc:sldMk cId="0" sldId="259"/>
            <ac:graphicFrameMk id="24" creationId="{00000000-0000-0000-0000-000000000000}"/>
          </ac:graphicFrameMkLst>
        </pc:graphicFrameChg>
        <pc:picChg chg="add mod">
          <ac:chgData name="vadlakonda rishikesh" userId="0d93b891d580505e" providerId="LiveId" clId="{1337C0B9-DE67-4252-8AEE-413B6AD6DE11}" dt="2026-05-01T08:10:55.815" v="52" actId="14100"/>
          <ac:picMkLst>
            <pc:docMk/>
            <pc:sldMk cId="0" sldId="259"/>
            <ac:picMk id="27" creationId="{A0E24464-2BF2-779F-93F6-CEFAF34A7253}"/>
          </ac:picMkLst>
        </pc:picChg>
      </pc:sldChg>
      <pc:sldChg chg="addSp delSp modSp mod">
        <pc:chgData name="vadlakonda rishikesh" userId="0d93b891d580505e" providerId="LiveId" clId="{1337C0B9-DE67-4252-8AEE-413B6AD6DE11}" dt="2026-05-01T08:11:38.733" v="57" actId="14100"/>
        <pc:sldMkLst>
          <pc:docMk/>
          <pc:sldMk cId="0" sldId="260"/>
        </pc:sldMkLst>
        <pc:graphicFrameChg chg="del">
          <ac:chgData name="vadlakonda rishikesh" userId="0d93b891d580505e" providerId="LiveId" clId="{1337C0B9-DE67-4252-8AEE-413B6AD6DE11}" dt="2026-05-01T08:11:21.846" v="53" actId="21"/>
          <ac:graphicFrameMkLst>
            <pc:docMk/>
            <pc:sldMk cId="0" sldId="260"/>
            <ac:graphicFrameMk id="28" creationId="{00000000-0000-0000-0000-000000000000}"/>
          </ac:graphicFrameMkLst>
        </pc:graphicFrameChg>
        <pc:picChg chg="add mod">
          <ac:chgData name="vadlakonda rishikesh" userId="0d93b891d580505e" providerId="LiveId" clId="{1337C0B9-DE67-4252-8AEE-413B6AD6DE11}" dt="2026-05-01T08:11:38.733" v="57" actId="14100"/>
          <ac:picMkLst>
            <pc:docMk/>
            <pc:sldMk cId="0" sldId="260"/>
            <ac:picMk id="31" creationId="{1380147E-40F4-F9CA-5887-BB90C24AC4E7}"/>
          </ac:picMkLst>
        </pc:picChg>
      </pc:sldChg>
      <pc:sldChg chg="addSp delSp modSp mod">
        <pc:chgData name="vadlakonda rishikesh" userId="0d93b891d580505e" providerId="LiveId" clId="{1337C0B9-DE67-4252-8AEE-413B6AD6DE11}" dt="2026-05-01T08:04:40.153" v="23" actId="20577"/>
        <pc:sldMkLst>
          <pc:docMk/>
          <pc:sldMk cId="0" sldId="262"/>
        </pc:sldMkLst>
        <pc:spChg chg="mod">
          <ac:chgData name="vadlakonda rishikesh" userId="0d93b891d580505e" providerId="LiveId" clId="{1337C0B9-DE67-4252-8AEE-413B6AD6DE11}" dt="2026-05-01T08:04:40.153" v="23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vadlakonda rishikesh" userId="0d93b891d580505e" providerId="LiveId" clId="{1337C0B9-DE67-4252-8AEE-413B6AD6DE11}" dt="2026-05-01T08:04:30.762" v="21" actId="20577"/>
          <ac:spMkLst>
            <pc:docMk/>
            <pc:sldMk cId="0" sldId="262"/>
            <ac:spMk id="28" creationId="{00000000-0000-0000-0000-000000000000}"/>
          </ac:spMkLst>
        </pc:spChg>
        <pc:graphicFrameChg chg="del">
          <ac:chgData name="vadlakonda rishikesh" userId="0d93b891d580505e" providerId="LiveId" clId="{1337C0B9-DE67-4252-8AEE-413B6AD6DE11}" dt="2026-05-01T08:04:02.978" v="14" actId="21"/>
          <ac:graphicFrameMkLst>
            <pc:docMk/>
            <pc:sldMk cId="0" sldId="262"/>
            <ac:graphicFrameMk id="27" creationId="{00000000-0000-0000-0000-000000000000}"/>
          </ac:graphicFrameMkLst>
        </pc:graphicFrameChg>
        <pc:picChg chg="add mod">
          <ac:chgData name="vadlakonda rishikesh" userId="0d93b891d580505e" providerId="LiveId" clId="{1337C0B9-DE67-4252-8AEE-413B6AD6DE11}" dt="2026-05-01T08:04:27.513" v="20" actId="14100"/>
          <ac:picMkLst>
            <pc:docMk/>
            <pc:sldMk cId="0" sldId="262"/>
            <ac:picMk id="30" creationId="{0FA4E4DD-7DC0-89AB-78C3-42AAA2607F9B}"/>
          </ac:picMkLst>
        </pc:picChg>
      </pc:sldChg>
      <pc:sldChg chg="addSp delSp modSp mod">
        <pc:chgData name="vadlakonda rishikesh" userId="0d93b891d580505e" providerId="LiveId" clId="{1337C0B9-DE67-4252-8AEE-413B6AD6DE11}" dt="2026-05-01T08:15:45.320" v="71" actId="14100"/>
        <pc:sldMkLst>
          <pc:docMk/>
          <pc:sldMk cId="0" sldId="263"/>
        </pc:sldMkLst>
        <pc:spChg chg="mod">
          <ac:chgData name="vadlakonda rishikesh" userId="0d93b891d580505e" providerId="LiveId" clId="{1337C0B9-DE67-4252-8AEE-413B6AD6DE11}" dt="2026-05-01T08:04:45.675" v="25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vadlakonda rishikesh" userId="0d93b891d580505e" providerId="LiveId" clId="{1337C0B9-DE67-4252-8AEE-413B6AD6DE11}" dt="2026-05-01T08:05:10.472" v="30" actId="20577"/>
          <ac:spMkLst>
            <pc:docMk/>
            <pc:sldMk cId="0" sldId="263"/>
            <ac:spMk id="28" creationId="{00000000-0000-0000-0000-000000000000}"/>
          </ac:spMkLst>
        </pc:spChg>
        <pc:graphicFrameChg chg="del">
          <ac:chgData name="vadlakonda rishikesh" userId="0d93b891d580505e" providerId="LiveId" clId="{1337C0B9-DE67-4252-8AEE-413B6AD6DE11}" dt="2026-05-01T08:15:06.237" v="65" actId="21"/>
          <ac:graphicFrameMkLst>
            <pc:docMk/>
            <pc:sldMk cId="0" sldId="263"/>
            <ac:graphicFrameMk id="27" creationId="{00000000-0000-0000-0000-000000000000}"/>
          </ac:graphicFrameMkLst>
        </pc:graphicFrameChg>
        <pc:picChg chg="add mod">
          <ac:chgData name="vadlakonda rishikesh" userId="0d93b891d580505e" providerId="LiveId" clId="{1337C0B9-DE67-4252-8AEE-413B6AD6DE11}" dt="2026-05-01T08:15:45.320" v="71" actId="14100"/>
          <ac:picMkLst>
            <pc:docMk/>
            <pc:sldMk cId="0" sldId="263"/>
            <ac:picMk id="30" creationId="{F572E4F8-572B-CF0F-333A-8D4ADF169994}"/>
          </ac:picMkLst>
        </pc:picChg>
      </pc:sldChg>
      <pc:sldChg chg="addSp delSp modSp mod">
        <pc:chgData name="vadlakonda rishikesh" userId="0d93b891d580505e" providerId="LiveId" clId="{1337C0B9-DE67-4252-8AEE-413B6AD6DE11}" dt="2026-05-01T08:22:32.095" v="212" actId="20577"/>
        <pc:sldMkLst>
          <pc:docMk/>
          <pc:sldMk cId="0" sldId="264"/>
        </pc:sldMkLst>
        <pc:spChg chg="mod">
          <ac:chgData name="vadlakonda rishikesh" userId="0d93b891d580505e" providerId="LiveId" clId="{1337C0B9-DE67-4252-8AEE-413B6AD6DE11}" dt="2026-05-01T08:22:32.095" v="212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vadlakonda rishikesh" userId="0d93b891d580505e" providerId="LiveId" clId="{1337C0B9-DE67-4252-8AEE-413B6AD6DE11}" dt="2026-05-01T08:05:16.287" v="31" actId="20577"/>
          <ac:spMkLst>
            <pc:docMk/>
            <pc:sldMk cId="0" sldId="264"/>
            <ac:spMk id="28" creationId="{00000000-0000-0000-0000-000000000000}"/>
          </ac:spMkLst>
        </pc:spChg>
        <pc:graphicFrameChg chg="del">
          <ac:chgData name="vadlakonda rishikesh" userId="0d93b891d580505e" providerId="LiveId" clId="{1337C0B9-DE67-4252-8AEE-413B6AD6DE11}" dt="2026-05-01T08:16:10.863" v="72" actId="21"/>
          <ac:graphicFrameMkLst>
            <pc:docMk/>
            <pc:sldMk cId="0" sldId="264"/>
            <ac:graphicFrameMk id="27" creationId="{00000000-0000-0000-0000-000000000000}"/>
          </ac:graphicFrameMkLst>
        </pc:graphicFrameChg>
        <pc:picChg chg="add mod">
          <ac:chgData name="vadlakonda rishikesh" userId="0d93b891d580505e" providerId="LiveId" clId="{1337C0B9-DE67-4252-8AEE-413B6AD6DE11}" dt="2026-05-01T08:16:39.856" v="79" actId="1076"/>
          <ac:picMkLst>
            <pc:docMk/>
            <pc:sldMk cId="0" sldId="264"/>
            <ac:picMk id="30" creationId="{7C161150-340B-6F70-2885-0B9205192BDB}"/>
          </ac:picMkLst>
        </pc:picChg>
      </pc:sldChg>
      <pc:sldChg chg="addSp delSp modSp mod">
        <pc:chgData name="vadlakonda rishikesh" userId="0d93b891d580505e" providerId="LiveId" clId="{1337C0B9-DE67-4252-8AEE-413B6AD6DE11}" dt="2026-05-01T08:17:29.123" v="85" actId="14100"/>
        <pc:sldMkLst>
          <pc:docMk/>
          <pc:sldMk cId="0" sldId="265"/>
        </pc:sldMkLst>
        <pc:spChg chg="mod">
          <ac:chgData name="vadlakonda rishikesh" userId="0d93b891d580505e" providerId="LiveId" clId="{1337C0B9-DE67-4252-8AEE-413B6AD6DE11}" dt="2026-05-01T08:04:58.888" v="29" actId="20577"/>
          <ac:spMkLst>
            <pc:docMk/>
            <pc:sldMk cId="0" sldId="265"/>
            <ac:spMk id="4" creationId="{00000000-0000-0000-0000-000000000000}"/>
          </ac:spMkLst>
        </pc:spChg>
        <pc:spChg chg="mod">
          <ac:chgData name="vadlakonda rishikesh" userId="0d93b891d580505e" providerId="LiveId" clId="{1337C0B9-DE67-4252-8AEE-413B6AD6DE11}" dt="2026-05-01T08:05:20.886" v="32" actId="20577"/>
          <ac:spMkLst>
            <pc:docMk/>
            <pc:sldMk cId="0" sldId="265"/>
            <ac:spMk id="9" creationId="{00000000-0000-0000-0000-000000000000}"/>
          </ac:spMkLst>
        </pc:spChg>
        <pc:graphicFrameChg chg="del">
          <ac:chgData name="vadlakonda rishikesh" userId="0d93b891d580505e" providerId="LiveId" clId="{1337C0B9-DE67-4252-8AEE-413B6AD6DE11}" dt="2026-05-01T08:16:55.071" v="80" actId="21"/>
          <ac:graphicFrameMkLst>
            <pc:docMk/>
            <pc:sldMk cId="0" sldId="265"/>
            <ac:graphicFrameMk id="7" creationId="{00000000-0000-0000-0000-000000000000}"/>
          </ac:graphicFrameMkLst>
        </pc:graphicFrameChg>
        <pc:picChg chg="add mod">
          <ac:chgData name="vadlakonda rishikesh" userId="0d93b891d580505e" providerId="LiveId" clId="{1337C0B9-DE67-4252-8AEE-413B6AD6DE11}" dt="2026-05-01T08:17:29.123" v="85" actId="14100"/>
          <ac:picMkLst>
            <pc:docMk/>
            <pc:sldMk cId="0" sldId="265"/>
            <ac:picMk id="8" creationId="{4DAB8EFE-B40C-B970-7EB6-6CDCBFFD47ED}"/>
          </ac:picMkLst>
        </pc:picChg>
      </pc:sldChg>
      <pc:sldChg chg="addSp modSp mod">
        <pc:chgData name="vadlakonda rishikesh" userId="0d93b891d580505e" providerId="LiveId" clId="{1337C0B9-DE67-4252-8AEE-413B6AD6DE11}" dt="2026-05-01T08:13:50.554" v="62" actId="1076"/>
        <pc:sldMkLst>
          <pc:docMk/>
          <pc:sldMk cId="0" sldId="266"/>
        </pc:sldMkLst>
        <pc:picChg chg="add mod">
          <ac:chgData name="vadlakonda rishikesh" userId="0d93b891d580505e" providerId="LiveId" clId="{1337C0B9-DE67-4252-8AEE-413B6AD6DE11}" dt="2026-05-01T08:13:50.554" v="62" actId="1076"/>
          <ac:picMkLst>
            <pc:docMk/>
            <pc:sldMk cId="0" sldId="266"/>
            <ac:picMk id="30" creationId="{83D6808D-C82A-E4D1-2536-5F56D46D7CA0}"/>
          </ac:picMkLst>
        </pc:picChg>
      </pc:sldChg>
      <pc:sldChg chg="addSp delSp modSp mod">
        <pc:chgData name="vadlakonda rishikesh" userId="0d93b891d580505e" providerId="LiveId" clId="{1337C0B9-DE67-4252-8AEE-413B6AD6DE11}" dt="2026-05-01T09:25:15.075" v="218" actId="1036"/>
        <pc:sldMkLst>
          <pc:docMk/>
          <pc:sldMk cId="0" sldId="267"/>
        </pc:sldMkLst>
        <pc:graphicFrameChg chg="del">
          <ac:chgData name="vadlakonda rishikesh" userId="0d93b891d580505e" providerId="LiveId" clId="{1337C0B9-DE67-4252-8AEE-413B6AD6DE11}" dt="2026-05-01T08:00:59.478" v="5" actId="21"/>
          <ac:graphicFrameMkLst>
            <pc:docMk/>
            <pc:sldMk cId="0" sldId="267"/>
            <ac:graphicFrameMk id="7" creationId="{00000000-0000-0000-0000-000000000000}"/>
          </ac:graphicFrameMkLst>
        </pc:graphicFrameChg>
        <pc:graphicFrameChg chg="del">
          <ac:chgData name="vadlakonda rishikesh" userId="0d93b891d580505e" providerId="LiveId" clId="{1337C0B9-DE67-4252-8AEE-413B6AD6DE11}" dt="2026-05-01T08:01:03.547" v="6" actId="21"/>
          <ac:graphicFrameMkLst>
            <pc:docMk/>
            <pc:sldMk cId="0" sldId="267"/>
            <ac:graphicFrameMk id="8" creationId="{00000000-0000-0000-0000-000000000000}"/>
          </ac:graphicFrameMkLst>
        </pc:graphicFrameChg>
        <pc:picChg chg="mod">
          <ac:chgData name="vadlakonda rishikesh" userId="0d93b891d580505e" providerId="LiveId" clId="{1337C0B9-DE67-4252-8AEE-413B6AD6DE11}" dt="2026-05-01T09:25:15.075" v="218" actId="1036"/>
          <ac:picMkLst>
            <pc:docMk/>
            <pc:sldMk cId="0" sldId="267"/>
            <ac:picMk id="10" creationId="{5E160260-F695-B6AB-30A8-3548BD126BE1}"/>
          </ac:picMkLst>
        </pc:picChg>
        <pc:picChg chg="add mod">
          <ac:chgData name="vadlakonda rishikesh" userId="0d93b891d580505e" providerId="LiveId" clId="{1337C0B9-DE67-4252-8AEE-413B6AD6DE11}" dt="2026-05-01T08:01:47.808" v="13" actId="1076"/>
          <ac:picMkLst>
            <pc:docMk/>
            <pc:sldMk cId="0" sldId="267"/>
            <ac:picMk id="12" creationId="{DFA1D301-5631-2E7F-B1B9-BB9169F47860}"/>
          </ac:picMkLst>
        </pc:picChg>
      </pc:sldChg>
      <pc:sldChg chg="addSp delSp modSp mod">
        <pc:chgData name="vadlakonda rishikesh" userId="0d93b891d580505e" providerId="LiveId" clId="{1337C0B9-DE67-4252-8AEE-413B6AD6DE11}" dt="2026-05-01T08:14:43.841" v="64" actId="14100"/>
        <pc:sldMkLst>
          <pc:docMk/>
          <pc:sldMk cId="0" sldId="268"/>
        </pc:sldMkLst>
        <pc:spChg chg="mod">
          <ac:chgData name="vadlakonda rishikesh" userId="0d93b891d580505e" providerId="LiveId" clId="{1337C0B9-DE67-4252-8AEE-413B6AD6DE11}" dt="2026-05-01T08:05:26.675" v="33" actId="20577"/>
          <ac:spMkLst>
            <pc:docMk/>
            <pc:sldMk cId="0" sldId="268"/>
            <ac:spMk id="7" creationId="{00000000-0000-0000-0000-000000000000}"/>
          </ac:spMkLst>
        </pc:spChg>
        <pc:graphicFrameChg chg="del mod modGraphic">
          <ac:chgData name="vadlakonda rishikesh" userId="0d93b891d580505e" providerId="LiveId" clId="{1337C0B9-DE67-4252-8AEE-413B6AD6DE11}" dt="2026-05-01T08:07:10.211" v="38" actId="478"/>
          <ac:graphicFrameMkLst>
            <pc:docMk/>
            <pc:sldMk cId="0" sldId="268"/>
            <ac:graphicFrameMk id="14" creationId="{00000000-0000-0000-0000-000000000000}"/>
          </ac:graphicFrameMkLst>
        </pc:graphicFrameChg>
        <pc:picChg chg="add del mod">
          <ac:chgData name="vadlakonda rishikesh" userId="0d93b891d580505e" providerId="LiveId" clId="{1337C0B9-DE67-4252-8AEE-413B6AD6DE11}" dt="2026-05-01T08:07:30.279" v="42" actId="931"/>
          <ac:picMkLst>
            <pc:docMk/>
            <pc:sldMk cId="0" sldId="268"/>
            <ac:picMk id="8" creationId="{761C99D4-C1FD-4396-523A-C6A423EB67E4}"/>
          </ac:picMkLst>
        </pc:picChg>
        <pc:picChg chg="add del mod">
          <ac:chgData name="vadlakonda rishikesh" userId="0d93b891d580505e" providerId="LiveId" clId="{1337C0B9-DE67-4252-8AEE-413B6AD6DE11}" dt="2026-05-01T08:09:29.392" v="46" actId="931"/>
          <ac:picMkLst>
            <pc:docMk/>
            <pc:sldMk cId="0" sldId="268"/>
            <ac:picMk id="10" creationId="{6FD8AF78-9B54-98E8-B5BC-F4BA694940AA}"/>
          </ac:picMkLst>
        </pc:picChg>
        <pc:picChg chg="add mod">
          <ac:chgData name="vadlakonda rishikesh" userId="0d93b891d580505e" providerId="LiveId" clId="{1337C0B9-DE67-4252-8AEE-413B6AD6DE11}" dt="2026-05-01T08:14:43.841" v="64" actId="14100"/>
          <ac:picMkLst>
            <pc:docMk/>
            <pc:sldMk cId="0" sldId="268"/>
            <ac:picMk id="12" creationId="{CEBB1F60-885B-63B9-7987-8A627177BDF5}"/>
          </ac:picMkLst>
        </pc:picChg>
      </pc:sldChg>
      <pc:sldChg chg="modSp mod">
        <pc:chgData name="vadlakonda rishikesh" userId="0d93b891d580505e" providerId="LiveId" clId="{1337C0B9-DE67-4252-8AEE-413B6AD6DE11}" dt="2026-05-01T08:20:12.432" v="196"/>
        <pc:sldMkLst>
          <pc:docMk/>
          <pc:sldMk cId="0" sldId="271"/>
        </pc:sldMkLst>
        <pc:spChg chg="mod">
          <ac:chgData name="vadlakonda rishikesh" userId="0d93b891d580505e" providerId="LiveId" clId="{1337C0B9-DE67-4252-8AEE-413B6AD6DE11}" dt="2026-05-01T08:20:02.624" v="195" actId="2057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vadlakonda rishikesh" userId="0d93b891d580505e" providerId="LiveId" clId="{1337C0B9-DE67-4252-8AEE-413B6AD6DE11}" dt="2026-05-01T08:20:12.432" v="19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vadlakonda rishikesh" userId="0d93b891d580505e" providerId="LiveId" clId="{1337C0B9-DE67-4252-8AEE-413B6AD6DE11}" dt="2026-05-01T08:05:37.115" v="35" actId="20577"/>
          <ac:spMkLst>
            <pc:docMk/>
            <pc:sldMk cId="0" sldId="271"/>
            <ac:spMk id="22" creationId="{00000000-0000-0000-0000-000000000000}"/>
          </ac:spMkLst>
        </pc:spChg>
      </pc:sldChg>
      <pc:sldChg chg="modSp mod">
        <pc:chgData name="vadlakonda rishikesh" userId="0d93b891d580505e" providerId="LiveId" clId="{1337C0B9-DE67-4252-8AEE-413B6AD6DE11}" dt="2026-05-01T08:20:19.156" v="197" actId="20577"/>
        <pc:sldMkLst>
          <pc:docMk/>
          <pc:sldMk cId="0" sldId="272"/>
        </pc:sldMkLst>
        <pc:spChg chg="mod">
          <ac:chgData name="vadlakonda rishikesh" userId="0d93b891d580505e" providerId="LiveId" clId="{1337C0B9-DE67-4252-8AEE-413B6AD6DE11}" dt="2026-05-01T08:20:19.156" v="197" actId="20577"/>
          <ac:spMkLst>
            <pc:docMk/>
            <pc:sldMk cId="0" sldId="272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786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GraphANN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320040" y="251460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Vamana Index Optimization — A Systematic Performance Study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320040" y="44805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SIFT1M Benchmark  ·  1M 128-dim Vectors  ·  K=10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47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Studied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502920" cy="8686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960120" y="85039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Start Baseline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960120" y="1188720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unoptimized Vamana graph — our ground truth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01368"/>
            <a:ext cx="50292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8424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 Start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960120" y="22128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initialization from the dataset center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365760" y="2825496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25496"/>
            <a:ext cx="502920" cy="86868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0837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960120" y="289864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Two-Pass Build (Serial)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960120" y="323697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graph refinement — a useful failure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65760" y="3888159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78170" y="3874770"/>
            <a:ext cx="502920" cy="8686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325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/>
          </a:p>
        </p:txBody>
      </p:sp>
      <p:sp>
        <p:nvSpPr>
          <p:cNvPr id="23" name="Text 21"/>
          <p:cNvSpPr/>
          <p:nvPr/>
        </p:nvSpPr>
        <p:spPr>
          <a:xfrm>
            <a:off x="960120" y="392277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Two-Pass + SQ8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960120" y="426110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4884203" y="180136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9180" y="1809532"/>
            <a:ext cx="50292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96012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5440680" y="1916647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ATVB + SIMD + SQ8 + Medoid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471051" y="2281265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compression: 4× smaller vectors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846320" y="2833660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6320" y="2838885"/>
            <a:ext cx="502920" cy="86868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984248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/>
          </a:p>
        </p:txBody>
      </p:sp>
      <p:sp>
        <p:nvSpPr>
          <p:cNvPr id="33" name="Text 31"/>
          <p:cNvSpPr/>
          <p:nvPr/>
        </p:nvSpPr>
        <p:spPr>
          <a:xfrm>
            <a:off x="5486400" y="2916936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Search + SQ8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5440680" y="3324824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tail-latency trade-off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4846320" y="3872484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46320" y="3859095"/>
            <a:ext cx="502920" cy="86868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008376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/>
          </a:p>
        </p:txBody>
      </p:sp>
      <p:sp>
        <p:nvSpPr>
          <p:cNvPr id="38" name="Text 36"/>
          <p:cNvSpPr/>
          <p:nvPr/>
        </p:nvSpPr>
        <p:spPr>
          <a:xfrm>
            <a:off x="5394960" y="3872484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+ ADC + SQ8 Reranking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5486400" y="429310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coarse→precise pipeline</a:t>
            </a:r>
            <a:endParaRPr lang="en-US" sz="950"/>
          </a:p>
        </p:txBody>
      </p:sp>
      <p:sp>
        <p:nvSpPr>
          <p:cNvPr id="40" name="Shape 38"/>
          <p:cNvSpPr/>
          <p:nvPr/>
        </p:nvSpPr>
        <p:spPr>
          <a:xfrm>
            <a:off x="4846320" y="757645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r>
              <a:rPr lang="en-US"/>
              <a:t>H</a:t>
            </a:r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869180" y="734133"/>
            <a:ext cx="502920" cy="8686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  <p:txBody>
          <a:bodyPr/>
          <a:lstStyle/>
          <a:p>
            <a:r>
              <a:rPr lang="en-US"/>
              <a:t>           05</a:t>
            </a:r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46320" y="4032504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/>
          </a:p>
        </p:txBody>
      </p:sp>
      <p:sp>
        <p:nvSpPr>
          <p:cNvPr id="43" name="Text 41"/>
          <p:cNvSpPr/>
          <p:nvPr/>
        </p:nvSpPr>
        <p:spPr>
          <a:xfrm>
            <a:off x="5394960" y="8458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ATVB + SIMD Float32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5372100" y="226641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895E49-FAA6-FA00-747C-5F2BA6CD09FB}"/>
              </a:ext>
            </a:extLst>
          </p:cNvPr>
          <p:cNvSpPr txBox="1"/>
          <p:nvPr/>
        </p:nvSpPr>
        <p:spPr>
          <a:xfrm>
            <a:off x="5471051" y="1210438"/>
            <a:ext cx="289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Hardware-level</a:t>
            </a:r>
            <a:r>
              <a:rPr lang="en-US"/>
              <a:t> </a:t>
            </a:r>
            <a:r>
              <a:rPr lang="en-US" sz="1000"/>
              <a:t>accelerator</a:t>
            </a:r>
            <a:endParaRPr lang="en-IN" sz="100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217E6B-E686-AADD-8363-4AA72F88B0EF}"/>
              </a:ext>
            </a:extLst>
          </p:cNvPr>
          <p:cNvSpPr txBox="1"/>
          <p:nvPr/>
        </p:nvSpPr>
        <p:spPr>
          <a:xfrm>
            <a:off x="1018251" y="4441371"/>
            <a:ext cx="29580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Aggregation of the above 3 models</a:t>
            </a:r>
            <a:endParaRPr lang="en-IN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1 — Random Start Baseline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Unmodified Vamana — random entry node 637542, single pass, float32, no parallelism.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ground-truth benchmarks. Every optimization is measured against this.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19202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9616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s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475488" y="2194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single pass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2423160" y="138988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389888"/>
            <a:ext cx="19202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499616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(float32)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2532888" y="17373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488 MB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2532888" y="2194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footprint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480560" y="138988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389888"/>
            <a:ext cx="19202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1499616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@L=200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90288" y="1737360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0.9960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4590288" y="2194560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recall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537960" y="1389888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389888"/>
            <a:ext cx="21488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499616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@L=200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647688" y="1737360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1,496 µs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6647688" y="2194560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at high L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3657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Table (K=10)</a:t>
            </a:r>
            <a:endParaRPr lang="en-US" sz="120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4663440" cy="1962912"/>
        </p:xfrm>
        <a:graphic>
          <a:graphicData uri="http://schemas.openxmlformats.org/drawingml/2006/table">
            <a:tbl>
              <a:tblPr/>
              <a:tblGrid>
                <a:gridCol w="93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Dist Cmps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1230.5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894.1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1004.1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1522.0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1302.8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2448.6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742.0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1481.5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3284.1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1049.5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4058.5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1495.6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5154.6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BD9EC4B-BE29-D242-D2B6-9358B512C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880360"/>
            <a:ext cx="3691890" cy="1962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2 — Medoid Start Initialization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random entry node with the dataset medoid (node 123742) — the geometric center minimizing average distance to all points.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query must traverse through the high-density center. Starting there reduces wasted hops, especially at small L.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389888"/>
            <a:ext cx="256032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96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@L=10 gain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75488" y="173736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+2.0%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475488" y="2194560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0.7750 → 0.7949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063240" y="1389888"/>
            <a:ext cx="25603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063240" y="1389888"/>
            <a:ext cx="25603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72968" y="1499616"/>
            <a:ext cx="23408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@L=200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3172968" y="1737360"/>
            <a:ext cx="23408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0.9962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3172968" y="2194560"/>
            <a:ext cx="23408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gain at high L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760720" y="1389888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389888"/>
            <a:ext cx="301752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0448" y="1499616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Cost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5870448" y="1737360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5870448" y="2194560"/>
            <a:ext cx="27980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RAM or latency penalty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365760" y="2606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Improvement vs Baseline</a:t>
            </a:r>
            <a:endParaRPr lang="en-US" sz="120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880360"/>
          <a:ext cx="4663440" cy="1539240"/>
        </p:xfrm>
        <a:graphic>
          <a:graphicData uri="http://schemas.openxmlformats.org/drawingml/2006/table">
            <a:tbl>
              <a:tblPr/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Recall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Medoid Recall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+0.0199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0.8896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+0.0055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+0.0002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A0E24464-2BF2-779F-93F6-CEFAF34A7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864" y="2724912"/>
            <a:ext cx="3732385" cy="2075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3 — Two-Pass Serial Build 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index twice — pass 2 uses pass 1 graph as warm start, merging neighbors and re-pruning.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failed: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Alpha-RNG pruning assumes independent candidates. Pass 2 candidates are biased by pass 1, violating this assumption → noisy edges → out-degree 33→37.6 → over-densification → recall drops.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19202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7276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75488" y="181051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148.7 s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475488" y="226771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slower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2423160" y="146304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463040"/>
            <a:ext cx="19202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57276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Out-degree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2532888" y="181051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37.6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2532888" y="226771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33.1 baseline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4480560" y="146304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80560" y="1463040"/>
            <a:ext cx="19202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0288" y="157276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@L=10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590288" y="181051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0.7739</a:t>
            </a:r>
            <a:endParaRPr lang="en-US" sz="2200"/>
          </a:p>
        </p:txBody>
      </p:sp>
      <p:sp>
        <p:nvSpPr>
          <p:cNvPr id="21" name="Text 19"/>
          <p:cNvSpPr/>
          <p:nvPr/>
        </p:nvSpPr>
        <p:spPr>
          <a:xfrm>
            <a:off x="4590288" y="226771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baseline!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537960" y="146304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7960" y="1463040"/>
            <a:ext cx="21488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57276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@L=200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6647688" y="1810512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0.9939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6647688" y="2267712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degraded</a:t>
            </a:r>
            <a:endParaRPr lang="en-US" sz="100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4663440" cy="1539240"/>
        </p:xfrm>
        <a:graphic>
          <a:graphicData uri="http://schemas.openxmlformats.org/drawingml/2006/table">
            <a:tbl>
              <a:tblPr/>
              <a:tblGrid>
                <a:gridCol w="1165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Medoid Recall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Two-Pass Recall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−0.0210 ▼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0.8951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−0.0205 ▼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0.9676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−0.0130 ▼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0.9892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−0.0068 ▼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−0.0023 ▼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 25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380147E-40F4-F9CA-5887-BB90C24AC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414" y="2688336"/>
            <a:ext cx="3742835" cy="21449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4 — Parallel Two-Pass + SQ8 + Medoid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Config 3's failure by parallelizing both passes with OpenMP. Thread-randomized insertion breaks the correlation that violated alpha-RNG's independence — pass 2 genuinely adds diverse edges. Combined with SQ8 + medoid.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9202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9844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 @L=200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75488" y="153619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605 µs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75488" y="199339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2.4× faster than baseline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423160" y="118872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88720"/>
            <a:ext cx="19202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29844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 @L=200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532888" y="153619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1,350 µs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532888" y="199339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3.8× lower tail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480560" y="118872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188720"/>
            <a:ext cx="19202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29844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90288" y="153619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MB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4590288" y="199339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less than baseline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537960" y="118872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1188720"/>
            <a:ext cx="21488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29844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@L=200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647688" y="1536192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0.9752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6647688" y="1993392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~2% recall trade-off</a:t>
            </a:r>
            <a:endParaRPr lang="en-US" sz="100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95728"/>
          <a:ext cx="5029200" cy="2218944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Dist Cmps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538.8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768.1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213.5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0.9488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1381.0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1850.1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0.9686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2289.9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338.5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706.8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3106.7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970.5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0.9752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3863.2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605.3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1349.8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3D6808D-C82A-E4D1-2536-5F56D46D7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395728"/>
            <a:ext cx="361188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View — Configs 1, 2, 3 &amp; 4: Recall@10 vs L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Medoid start consistently beats random. Two-pass serial degrades recall at every L.</a:t>
            </a:r>
            <a:endParaRPr lang="en-US" sz="1200"/>
          </a:p>
        </p:txBody>
      </p:sp>
      <p:sp>
        <p:nvSpPr>
          <p:cNvPr id="9" name="Text 5"/>
          <p:cNvSpPr/>
          <p:nvPr/>
        </p:nvSpPr>
        <p:spPr>
          <a:xfrm>
            <a:off x="5897880" y="310896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11" name="Text 7"/>
          <p:cNvSpPr/>
          <p:nvPr/>
        </p:nvSpPr>
        <p:spPr>
          <a:xfrm>
            <a:off x="5897880" y="373075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13" name="Text 9"/>
          <p:cNvSpPr/>
          <p:nvPr/>
        </p:nvSpPr>
        <p:spPr>
          <a:xfrm>
            <a:off x="5897880" y="435254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975C73-433E-0AB9-9839-B58C254E4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0" y="1033272"/>
            <a:ext cx="4401203" cy="373989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5BCAE4-62ED-E22A-68DC-F5AC47147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357" y="1010412"/>
            <a:ext cx="4119984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5 — ATVB + SIMD Float32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AVX2 SIMD processes 8 floats/cycle (128 ops → 16). ATVB two-tier beam reduces cache pressure. Memory prefetching hides DRAM latency. OpenMP parallel build.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19202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52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75488" y="149047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~868 MB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75488" y="19476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Higher: ATVB overhead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423160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43000"/>
            <a:ext cx="19202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252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@L=200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532888" y="149047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0.9959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532888" y="19476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baseline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480560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143000"/>
            <a:ext cx="19202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1252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Lat @L=200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590288" y="149047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2,424 µs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4590288" y="19476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baseline!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537960" y="114300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1143000"/>
            <a:ext cx="21488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47688" y="12527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 @L=100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647688" y="1490472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18,601 µs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6647688" y="1947672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tail variance</a:t>
            </a:r>
            <a:endParaRPr lang="en-US" sz="100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5120640" cy="1450848"/>
        </p:xfrm>
        <a:graphic>
          <a:graphicData uri="http://schemas.openxmlformats.org/drawingml/2006/table">
            <a:tbl>
              <a:tblPr/>
              <a:tblGrid>
                <a:gridCol w="1024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(MB)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561.4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847.4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0.9665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883.3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6995.6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855.5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1345.7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18601.5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861.4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2423.7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11180.2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FA4E4DD-7DC0-89AB-78C3-42AAA2607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0" y="2350008"/>
            <a:ext cx="2806064" cy="23134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6 — ATVB + SIMD + SQ8 + Medoid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SQ8 scalar quantization: float32 (4 bytes) → uint8 (1 byte) per dimension. 4× memory reduction. Distances run on int8 — faster and more cache-friendly.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148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527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Reduction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75488" y="1490472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868→483 MB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75488" y="1947672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drop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143000"/>
            <a:ext cx="214884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2527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@L=200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761488" y="1490472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0.9955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761488" y="1947672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only 0.0004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143000"/>
            <a:ext cx="192024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252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@L=200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047488" y="149047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2,490 µs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5047488" y="19476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Config 4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995160" y="11430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1143000"/>
            <a:ext cx="173736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4888" y="125272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7104888" y="1490472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Near-Free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7104888" y="1947672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cost-benefit</a:t>
            </a:r>
            <a:endParaRPr lang="en-US" sz="100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4937760" cy="1706880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(MB)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528.2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866.6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3267.9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1275.8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4041.6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1845.0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9065.4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2490.4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11905.9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365760" y="5592677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572E4F8-572B-CF0F-333A-8D4ADF169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174" y="2377440"/>
            <a:ext cx="3141617" cy="23957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7 — PQ + SQ8 + Medoid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parallelizes query execution across threads. Multiple queries run simultaneously. Single-query beam search remains sequential, but batch throughput scales ~N× with cores.</a:t>
            </a:r>
            <a:endParaRPr lang="en-US" sz="115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14884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527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@L=10 (gain)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75488" y="1490472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 µs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475488" y="1947672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−31% vs Config 5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2651760" y="1143000"/>
            <a:ext cx="21488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51760" y="1143000"/>
            <a:ext cx="21488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1252728"/>
            <a:ext cx="1929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 @L=200 (cost)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761488" y="1490472"/>
            <a:ext cx="1929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3,424 µs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2761488" y="1947672"/>
            <a:ext cx="19293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than Config 5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4937760" y="114300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1143000"/>
            <a:ext cx="192024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47488" y="125272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@L=200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047488" y="1490472"/>
            <a:ext cx="1700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32,482 µs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5047488" y="1947672"/>
            <a:ext cx="17007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tail jitter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6995160" y="114300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95160" y="1143000"/>
            <a:ext cx="173736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04888" y="1252728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7104888" y="1490472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2200"/>
          </a:p>
        </p:txBody>
      </p:sp>
      <p:sp>
        <p:nvSpPr>
          <p:cNvPr id="25" name="Text 23"/>
          <p:cNvSpPr/>
          <p:nvPr/>
        </p:nvSpPr>
        <p:spPr>
          <a:xfrm>
            <a:off x="7104888" y="1947672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latency-SLA APIs</a:t>
            </a:r>
            <a:endParaRPr lang="en-US" sz="100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77440"/>
          <a:ext cx="4937760" cy="1450848"/>
        </p:xfrm>
        <a:graphic>
          <a:graphicData uri="http://schemas.openxmlformats.org/drawingml/2006/table">
            <a:tbl>
              <a:tblPr/>
              <a:tblGrid>
                <a:gridCol w="987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(MB)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364.2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883.6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10330.5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482.9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1556.6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18331.3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3423.6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32482.1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483.6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C161150-340B-6F70-2885-0B9205192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282" y="2377440"/>
            <a:ext cx="3227832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8 — PQ + ADC + SQ8 Reranking (Two-Stage Pipeline)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Quantization decomposes 128-dim vectors into sub-vectors, each quantized to a learned codebook centroid. ADC precomputes distance lookup tables — O(M) per comparison instead of O(D). PQ-only recall saturates at 0.72 due to quantization error. SQ8 reranking of the candidate pool breaks this ceiling.</a:t>
            </a:r>
            <a:endParaRPr lang="en-US" sz="115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98448"/>
          <a:ext cx="4846320" cy="1706880"/>
        </p:xfrm>
        <a:graphic>
          <a:graphicData uri="http://schemas.openxmlformats.org/drawingml/2006/table">
            <a:tbl>
              <a:tblPr/>
              <a:tblGrid>
                <a:gridCol w="1211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PQ+ADC Only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PQ+ADC+Reranking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0.6377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0.6394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0.8787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+0.1838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0.7116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+0.2436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+0.2662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0.7198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+0.2746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154680"/>
          <a:ext cx="4846320" cy="1194816"/>
        </p:xfrm>
        <a:graphic>
          <a:graphicData uri="http://schemas.openxmlformats.org/drawingml/2006/table">
            <a:tbl>
              <a:tblPr/>
              <a:tblGrid>
                <a:gridCol w="969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Latency (µs)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(MB)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1172.6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25376.2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513.5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0.9842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2087.9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21555.3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513.7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0.9944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4651.6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67622.6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514.4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AB8EFE-B40C-B970-7EB6-6CDCBFFD4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472" y="1243584"/>
            <a:ext cx="3511297" cy="32331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View — Configs 4–8: Recall &amp; Latency at L=200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8 dominates: best latency, lowest RAM, strong recall.</a:t>
            </a:r>
            <a:endParaRPr lang="en-US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160260-F695-B6AB-30A8-3548BD126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7" y="1053592"/>
            <a:ext cx="4190274" cy="41102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FA1D301-5631-2E7F-B1B9-BB9169F47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87552"/>
            <a:ext cx="4190273" cy="41102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— All 8 Configurations at L=200</a:t>
            </a:r>
            <a:endParaRPr lang="en-US" sz="200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 evaluated on the same four axes at the same beam width (L=200).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BB1F60-885B-63B9-7987-8A627177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1" y="969264"/>
            <a:ext cx="8778257" cy="38427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Recommendations by Use Case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73152" cy="77724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680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default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48640" y="1133856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8 — Parallel Two-Pass + SQ8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3337560" y="87782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L=L=75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251960" y="804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0.9627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251960" y="111556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269 µs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126480" y="960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122 MB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65760" y="1545336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545336"/>
            <a:ext cx="73152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002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recall + low RAM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48640" y="196596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8 — Parallel Two-Pass + SQ8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3337560" y="170992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L=L=150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4251960" y="1636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0.9734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2519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480 µs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126480" y="17922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122 MB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377440"/>
            <a:ext cx="73152" cy="7772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323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recall, no mem limit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548640" y="279806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2 — Medoid Start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3337560" y="254203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L=L=200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251960" y="2468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0.9962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4251960" y="27797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~200 µs*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6126480" y="262432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~488 MB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365760" y="3209544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09544"/>
            <a:ext cx="73152" cy="7772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2644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mem constraint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48640" y="363016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7 — PQ+ADC+Reranking(SQ8)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3337560" y="337413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L=L=75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4251960" y="33009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0.9755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4251960" y="36118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1,564 µs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6126480" y="3456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~514 MB</a:t>
            </a:r>
            <a:endParaRPr lang="en-US" sz="1100"/>
          </a:p>
        </p:txBody>
      </p:sp>
      <p:sp>
        <p:nvSpPr>
          <p:cNvPr id="37" name="Shape 35"/>
          <p:cNvSpPr/>
          <p:nvPr/>
        </p:nvSpPr>
        <p:spPr>
          <a:xfrm>
            <a:off x="365760" y="4041648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041648"/>
            <a:ext cx="73152" cy="7772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0965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batch throughput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548640" y="4462272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6 — Parallel Search + SQ8</a:t>
            </a:r>
            <a:endParaRPr lang="en-US" sz="1000"/>
          </a:p>
        </p:txBody>
      </p:sp>
      <p:sp>
        <p:nvSpPr>
          <p:cNvPr id="41" name="Text 39"/>
          <p:cNvSpPr/>
          <p:nvPr/>
        </p:nvSpPr>
        <p:spPr>
          <a:xfrm>
            <a:off x="3337560" y="42062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L=L=50</a:t>
            </a:r>
            <a:endParaRPr lang="en-US" sz="1300"/>
          </a:p>
        </p:txBody>
      </p:sp>
      <p:sp>
        <p:nvSpPr>
          <p:cNvPr id="42" name="Text 40"/>
          <p:cNvSpPr/>
          <p:nvPr/>
        </p:nvSpPr>
        <p:spPr>
          <a:xfrm>
            <a:off x="4251960" y="413308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0.9644</a:t>
            </a:r>
            <a:endParaRPr lang="en-US" sz="1100"/>
          </a:p>
        </p:txBody>
      </p:sp>
      <p:sp>
        <p:nvSpPr>
          <p:cNvPr id="43" name="Text 41"/>
          <p:cNvSpPr/>
          <p:nvPr/>
        </p:nvSpPr>
        <p:spPr>
          <a:xfrm>
            <a:off x="4251960" y="44439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Low batch time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126480" y="428853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~483 MB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"/>
            <a:ext cx="9144000" cy="54864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— What This Study Teaches Us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13232"/>
            <a:ext cx="4160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229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medoid initialization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502920" y="121615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recall at low L with zero runtime cost. It should always be on in production.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03120"/>
            <a:ext cx="416052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2128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SQ8 is the best memory trade-off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RAM reduction (488 MB→122 MB) for less than 0.5% recall loss. Near-lossless compression.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365760" y="3493008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493008"/>
            <a:ext cx="416052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60273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≠ low tail latency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0292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search improves batch throughput but P99 spikes (32K+ µs). Reserve for batch, not SLA-bound APIs.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846320" y="713232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713232"/>
            <a:ext cx="4160520" cy="64008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8229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two-pass breaks the graph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983480" y="1216152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candidates violate alpha-RNG independence. Over-densification hurts navigability.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846320" y="2103120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103120"/>
            <a:ext cx="4160520" cy="6400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128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two-pass fixes the flaw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4983480" y="260604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randomization breaks correlation — pass 2 adds diverse edges, resulting in the best latency profile.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4846320" y="3493008"/>
            <a:ext cx="41605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493008"/>
            <a:ext cx="416052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60273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pipelines are powerful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4983480" y="399592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 (fast traversal) + SQ8 reranking (precise results): coarse-to-fine is a key production pattern.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Used AI Throughout This Project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320040" y="7315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 assisted at every phase — from understanding algorithms to writing this presentation.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605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978408" y="1298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Understanding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29768" y="175564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Vamana graph internals, alpha-RNG pruning, the small-world property, and SIMD/ATVB mechanics in plain language — making complex CS concepts accessible.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605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5413248" y="1298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Error Resolution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4864608" y="175564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and fixed numerous segmentation faults, runtime crashes, build errors, indexing issues, and compilation problems during repeated make/build/search cycles.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20040" y="3017520"/>
            <a:ext cx="41605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3108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978408" y="31272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Construction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29768" y="358444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build the step-by-step story arc: what each method is, why it was tried, what failed and what worked, and how each config motivates the next — turning raw numbers into a coherent research narrative.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6052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1089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/>
          </a:p>
        </p:txBody>
      </p:sp>
      <p:sp>
        <p:nvSpPr>
          <p:cNvPr id="20" name="Text 18"/>
          <p:cNvSpPr/>
          <p:nvPr/>
        </p:nvSpPr>
        <p:spPr>
          <a:xfrm>
            <a:off x="5413248" y="31272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Design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4864608" y="358444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the full speaker script with precise timing, created division among three presenters, and now produced this entire slide deck — charts, tables, layout, and visual hierarchy included.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didn't replace the engineering — it accelerated understanding, surfaced insights, and turned results into a coherent story.</a:t>
            </a:r>
            <a:endParaRPr lang="en-US" sz="10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GraphANN</a:t>
            </a:r>
            <a:endParaRPr lang="en-US" sz="5200"/>
          </a:p>
        </p:txBody>
      </p:sp>
      <p:sp>
        <p:nvSpPr>
          <p:cNvPr id="4" name="Text 2"/>
          <p:cNvSpPr/>
          <p:nvPr/>
        </p:nvSpPr>
        <p:spPr>
          <a:xfrm>
            <a:off x="320040" y="21031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94D2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Vamana Index Optimization — SIFT1M Study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320040" y="28346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320040" y="402336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A9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32004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SIFT1M Benchmark  ·  1,000,000 Points  ·  128 Dimensions  ·  K=10  ·  R=32  ·  alpha=1.2  ·  gamma=1.5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GraphANN: Vamana Index Optimization</dc:title>
  <dc:subject>PptxGenJS Presentation</dc:subject>
  <dc:creator>PptxGenJS</dc:creator>
  <cp:revision>1</cp:revision>
  <dcterms:created xsi:type="dcterms:W3CDTF">2026-05-01T06:58:08Z</dcterms:created>
  <dcterms:modified xsi:type="dcterms:W3CDTF">2026-05-01T09:19:18Z</dcterms:modified>
</cp:coreProperties>
</file>